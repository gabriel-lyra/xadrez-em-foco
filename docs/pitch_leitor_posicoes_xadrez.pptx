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24544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45168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65792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6416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27664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48288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24544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45168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65792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86416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27664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48288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24544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5168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6416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0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27664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48288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24544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45168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65792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86416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07040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27664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48288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24544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5168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65792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86416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07040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27664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48288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24544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45168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65792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86416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07040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27664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48288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03920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24544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45168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65792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86416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07040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027664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448288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03920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24544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45168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65792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86416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07040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27664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448288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103120"/>
            <a:ext cx="1554480" cy="155448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64008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II  ·  UNICEUB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621792" y="187452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Leitor de Posições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Xadrez</a:t>
            </a:r>
            <a:endParaRPr lang="en-US" sz="4600" dirty="0"/>
          </a:p>
        </p:txBody>
      </p:sp>
      <p:sp>
        <p:nvSpPr>
          <p:cNvPr id="69" name="Text 66"/>
          <p:cNvSpPr/>
          <p:nvPr/>
        </p:nvSpPr>
        <p:spPr>
          <a:xfrm>
            <a:off x="640080" y="3749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captura de tela ao FEN em segundos — visão computacional aplicada ao xadrez.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640080" y="4617720"/>
            <a:ext cx="502920" cy="27432"/>
          </a:xfrm>
          <a:prstGeom prst="rect">
            <a:avLst/>
          </a:prstGeom>
          <a:solidFill>
            <a:srgbClr val="3A3934"/>
          </a:solidFill>
          <a:ln/>
        </p:spPr>
      </p:sp>
      <p:sp>
        <p:nvSpPr>
          <p:cNvPr id="71" name="Text 68"/>
          <p:cNvSpPr/>
          <p:nvPr/>
        </p:nvSpPr>
        <p:spPr>
          <a:xfrm>
            <a:off x="64008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Lyra Galvão dos Santos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64008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Valdemir dos Santos Silva  ·  2º semestre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65506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52704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Jogadores gastam tempo inserindo manualmente cada peça de uma posição vista em print de tela.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53288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manual é lento e sujeito a erros — uma peça no lugar errado invalida a análise.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66674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53872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necessidade foi identificada diretamente com o usuário parceiro da ACE, Matheus Belfort Moura, enxadrista que revisa e estuda suas próprias partidas.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06640" y="164592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743200"/>
            <a:ext cx="1463040" cy="1463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4434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cópia manual,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por posição.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2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9" name="Shape 15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6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7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8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19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0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5" name="Shape 21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22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7" name="Shape 23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24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5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6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aplicação web que lê a posição direto da tela.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envia uma captura de tela de um tabuleiro digital; o sistema identifica cada peça e devolve a posição pronta para análise — sem digitação manual.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7801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22960" y="47274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o tabuleiro e cada peça na imagem enviada.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97680" y="34290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0" y="37033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810" y="37801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de FEN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72000" y="47274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a posição identificada em notação FEN.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46720" y="34290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21040" y="37033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50" y="378013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no Lichess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21040" y="47274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posição direto em uma ferramenta de análise externa.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18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5" name="Shape 19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20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7" name="Shape 21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22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3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4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Shape 25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6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27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Shape 28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5" name="Shape 29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6" name="Shape 30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Shape 31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8" name="Shape 32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Text 33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017520" y="2834640"/>
            <a:ext cx="457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394460" y="2377440"/>
            <a:ext cx="914400" cy="91440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2505456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888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800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tela do tabuleiro digital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806440" y="2834640"/>
            <a:ext cx="457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183380" y="2377440"/>
            <a:ext cx="914400" cy="91440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2505456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777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747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474720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 e peças localizados na imagem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595360" y="2834640"/>
            <a:ext cx="457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972300" y="2377440"/>
            <a:ext cx="914400" cy="91440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316" y="2505456"/>
            <a:ext cx="658368" cy="6583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666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do FEN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263640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das peças convertida em notação FEN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761220" y="237744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2505456"/>
            <a:ext cx="658368" cy="6583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3555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05256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052560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direto para o Lichess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85800" y="49377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desta versão: apenas o campo de posição das peças do FEN — turno, roque e en passant ficam fora do MVP.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5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26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Shape 27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5" name="Shape 28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6" name="Shape 29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Shape 30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8" name="Shape 31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Shape 32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0" name="Shape 33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1" name="Shape 34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2" name="Shape 35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3" name="Shape 36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4" name="Shape 37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5" name="Shape 38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6" name="Shape 39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7" name="Text 40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DO PROJETO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SMART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B1B1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8928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[DEFINIR]%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mínima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identificação das peças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B1B1B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18928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48056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responsável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(projeto individual)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B1B1B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8928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23/11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22960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Data-alvo do MVP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(Sprint 5)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Gabriel Lyra Galvão dos Santos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sucesso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será considerado um sucesso se atender aos critérios de aceitação de todas as entregas, respeitar as restrições definidas e cumprir o cronograma de execução por Sprint.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7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8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9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20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5" name="Shape 22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4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25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6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7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9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30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" y="1866290"/>
            <a:ext cx="427939" cy="4279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755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tempo registrando posições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63040" y="209397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hoje é feito manualmente, peça por peça, passa a ser automático a partir de um print de tela.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3192170"/>
            <a:ext cx="427939" cy="4279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0815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erros na notação FEN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63040" y="341985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conversão automática elimina os erros de digitação que invalidam uma análise.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" y="4518050"/>
            <a:ext cx="427939" cy="42793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4074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mais rápido à análise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463040" y="474573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 já sai pronta para ser explorada em uma ferramenta como o Lichess.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Shape 13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4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5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6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17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18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5" name="Shape 19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20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1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22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3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4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5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6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27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28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DEFININDO FRONTEIRAS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do MVP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VERSÃO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8600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311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captura de tela do tabuleiro digital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821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1272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do tabuleiro e identificação das peças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782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023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do campo de posição das peças (FEN)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7433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49194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direto para análise no Lichess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6263640" y="164592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583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28600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49440" y="22311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tabuleiro físico (evolução futura)</a:t>
            </a:r>
            <a:endParaRPr lang="en-US" sz="12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182112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49440" y="31272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Turno, roque e en passant no FEN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078224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4023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análise integrado (ex.: Stockfish)</a:t>
            </a:r>
            <a:endParaRPr lang="en-US" sz="12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974336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49440" y="49194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partidas / geração de PGN</a:t>
            </a:r>
            <a:endParaRPr lang="en-US" sz="1250" dirty="0"/>
          </a:p>
        </p:txBody>
      </p:sp>
      <p:sp>
        <p:nvSpPr>
          <p:cNvPr id="26" name="Shape 15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16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17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18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19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0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1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22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Shape 23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Shape 24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6" name="Shape 25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Shape 26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8" name="Shape 27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9" name="Shape 28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0" name="Shape 29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1" name="Shape 30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2" name="Text 3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ENVOLVIDO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&amp; Stakeholders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B1B1B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210129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Lyra Galvão dos Santos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3246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individual — do levantamento de requisitos à entrega do MVP.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11" y="2101291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629400" y="2880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Belfort Moura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629400" y="3172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parceiro (ACE)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29400" y="3593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Valdemir dos Santos Silva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29400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 da disciplina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629400" y="43068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curso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629400" y="4599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 — UniCEUB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18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4" name="Shape 19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0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Shape 21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7" name="Shape 22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3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9" name="Shape 24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5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Shape 26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2" name="Shape 27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Shape 28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4" name="Shape 29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5" name="Shape 30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6" name="Shape 31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7" name="Shape 32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Text 33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CONTORNO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&amp; Restrições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0116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do usuário parceiro para testes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834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capturas de tela de posições variadas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6576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pessoal suficiente para o desenvolvimento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63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201168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2011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até 23/11/2026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724912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27249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individual, sem equipe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3438144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343814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apenas por print de tela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415137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41513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ferramentas gratuitas/open-source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20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2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7" name="Shape 24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7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Shape 28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2" name="Shape 29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5" name="Shape 32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6" name="Shape 33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POR SPRINTS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554480" y="3017520"/>
            <a:ext cx="9079992" cy="0"/>
          </a:xfrm>
          <a:prstGeom prst="line">
            <a:avLst/>
          </a:prstGeom>
          <a:noFill/>
          <a:ln w="25400">
            <a:solidFill>
              <a:srgbClr val="E4E0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26464" y="2889504"/>
            <a:ext cx="256032" cy="256032"/>
          </a:xfrm>
          <a:prstGeom prst="ellipse">
            <a:avLst/>
          </a:prstGeom>
          <a:solidFill>
            <a:srgbClr val="1B1B1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1–2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794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53128" y="2889504"/>
            <a:ext cx="256032" cy="256032"/>
          </a:xfrm>
          <a:prstGeom prst="ellipse">
            <a:avLst/>
          </a:prstGeom>
          <a:solidFill>
            <a:srgbClr val="1B1B1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58184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Ago–Set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75304" y="3337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66744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66744" y="3794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79792" y="2889504"/>
            <a:ext cx="256032" cy="256032"/>
          </a:xfrm>
          <a:prstGeom prst="ellipse">
            <a:avLst/>
          </a:prstGeom>
          <a:solidFill>
            <a:srgbClr val="1B1B1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4848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Out–Nov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01968" y="3337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93408" y="3794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CV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0506456" y="288950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11512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23/11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628632" y="3337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20072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720072" y="3794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entregue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documentado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005840" y="521208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34440" y="5212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conforme o cronograma oficial do Plano de Aula da disciplina.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7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9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30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Shape 32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6" name="Shape 33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Shape 35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9" name="Shape 36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0" name="Shape 37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1" name="Shape 38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2" name="Shape 39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3" name="Shape 40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4" name="Shape 41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5" name="Text 42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PODE DAR ERRADO (E QUANTO CUSTA)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&amp; Custos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309360" cy="4114800"/>
          </a:xfrm>
          <a:prstGeom prst="roundRect">
            <a:avLst>
              <a:gd name="adj" fmla="val 2222"/>
            </a:avLst>
          </a:prstGeom>
          <a:solidFill>
            <a:srgbClr val="FBF1EF"/>
          </a:solidFill>
          <a:ln w="12700">
            <a:solidFill>
              <a:srgbClr val="EAD0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A83A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04277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29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14400" y="2752344"/>
            <a:ext cx="73152" cy="73152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26243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acurácia do modelo em temas visuais não previstos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14400" y="3502152"/>
            <a:ext cx="73152" cy="73152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13" name="Text 9"/>
          <p:cNvSpPr/>
          <p:nvPr/>
        </p:nvSpPr>
        <p:spPr>
          <a:xfrm>
            <a:off x="1143000" y="33741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por sobrecarga acadêmica (projeto individual)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14400" y="4251960"/>
            <a:ext cx="73152" cy="73152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15" name="Text 11"/>
          <p:cNvSpPr/>
          <p:nvPr/>
        </p:nvSpPr>
        <p:spPr>
          <a:xfrm>
            <a:off x="1143000" y="41239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Indisponibilidade do usuário parceiro para testes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14400" y="5001768"/>
            <a:ext cx="73152" cy="73152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17" name="Text 13"/>
          <p:cNvSpPr/>
          <p:nvPr/>
        </p:nvSpPr>
        <p:spPr>
          <a:xfrm>
            <a:off x="1143000" y="48737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de leiaute entre plataformas de xadrez digitais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086600" y="1691640"/>
            <a:ext cx="4526280" cy="4114800"/>
          </a:xfrm>
          <a:prstGeom prst="roundRect">
            <a:avLst>
              <a:gd name="adj" fmla="val 2222"/>
            </a:avLst>
          </a:prstGeom>
          <a:solidFill>
            <a:srgbClr val="1B1B1B"/>
          </a:solidFill>
          <a:ln/>
        </p:spPr>
      </p:sp>
      <p:sp>
        <p:nvSpPr>
          <p:cNvPr id="19" name="Shape 15"/>
          <p:cNvSpPr/>
          <p:nvPr/>
        </p:nvSpPr>
        <p:spPr>
          <a:xfrm>
            <a:off x="7452360" y="19659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70" y="204277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2029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452360" y="2697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R$ 0,00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745236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do desenvolvimento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452360" y="398678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0"/>
          <p:cNvSpPr/>
          <p:nvPr/>
        </p:nvSpPr>
        <p:spPr>
          <a:xfrm>
            <a:off x="7662672" y="3858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open-source (Python, OpenCV/ML)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452360" y="464515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2"/>
          <p:cNvSpPr/>
          <p:nvPr/>
        </p:nvSpPr>
        <p:spPr>
          <a:xfrm>
            <a:off x="7662672" y="45171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em camada gratuita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4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5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Shape 26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2" name="Shape 27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28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Shape 29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5" name="Shape 30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6" name="Shape 31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Shape 32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8" name="Shape 33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Shape 34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0" name="Shape 35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1" name="Shape 36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2" name="Shape 37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3" name="Shape 38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39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5104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5728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548640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28016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548640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128016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75104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95728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-548640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-128016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33856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5728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-548640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-128016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3856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54480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75104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95728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-548640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-128016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33856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54480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75104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95728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-548640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-128016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33856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54480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75104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95728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-548640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-128016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33856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54480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75104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95728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94960" y="82296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76" y="950976"/>
            <a:ext cx="658368" cy="658368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69" name="Text 66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sugestões e feedback são bem-vindos.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3355848" y="374904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2A2924"/>
          </a:solidFill>
          <a:ln/>
        </p:spPr>
      </p:sp>
      <p:sp>
        <p:nvSpPr>
          <p:cNvPr id="71" name="Text 68"/>
          <p:cNvSpPr/>
          <p:nvPr/>
        </p:nvSpPr>
        <p:spPr>
          <a:xfrm>
            <a:off x="3630168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imediato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3630168" y="4251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da Sprint 1: levantamento de requisitos junto ao usuário parceiro, Matheus Belfort Moura.</a:t>
            </a:r>
            <a:endParaRPr lang="en-US" sz="1350" dirty="0"/>
          </a:p>
        </p:txBody>
      </p:sp>
      <p:sp>
        <p:nvSpPr>
          <p:cNvPr id="73" name="Text 70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Lyra Galvão dos Santos  ·  Projeto Integrador II  ·  UniCEUB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2026-08-23T23:09:43Z</dcterms:created>
  <dcterms:modified xsi:type="dcterms:W3CDTF">2026-08-23T23:09:43Z</dcterms:modified>
</cp:coreProperties>
</file>